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99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47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57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98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8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398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83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43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5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087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27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12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300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805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933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85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1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A1C1C3-33C4-6A3F-BBC6-157DC1DC48CD}"/>
              </a:ext>
            </a:extLst>
          </p:cNvPr>
          <p:cNvSpPr txBox="1"/>
          <p:nvPr/>
        </p:nvSpPr>
        <p:spPr>
          <a:xfrm>
            <a:off x="983974" y="1888434"/>
            <a:ext cx="98496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/>
              <a:t>Soft Computing</a:t>
            </a:r>
          </a:p>
          <a:p>
            <a:pPr algn="ctr"/>
            <a:r>
              <a:rPr lang="en-IN" sz="7200" dirty="0"/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Introduction-to-soft-computing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86" y="427383"/>
            <a:ext cx="11372007" cy="5933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Introduction-to-soft-comput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96" y="467337"/>
            <a:ext cx="11158330" cy="5903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Introduction-to-soft-comput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95" y="253448"/>
            <a:ext cx="11297479" cy="6197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Introduction-to-soft-comput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94" y="397565"/>
            <a:ext cx="11337236" cy="60628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Introduction-to-soft-computing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0" y="497155"/>
            <a:ext cx="11178209" cy="608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Introduction-to-soft-computing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1" y="417542"/>
            <a:ext cx="11317357" cy="6022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Introduction-to-soft-computing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52" y="288334"/>
            <a:ext cx="11327296" cy="62813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Introduction-to-soft-comput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13" y="179004"/>
            <a:ext cx="11347173" cy="62615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Introduction-to-soft-computing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0" y="338030"/>
            <a:ext cx="11317357" cy="61819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Introduction-to-soft-computing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56" y="482147"/>
            <a:ext cx="11198087" cy="58937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Introduction-to-soft-computing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85" y="457299"/>
            <a:ext cx="11234531" cy="59434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Introduction-to-soft-computing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2" y="477078"/>
            <a:ext cx="11247782" cy="59634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Introduction-to-soft-computing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1" y="362877"/>
            <a:ext cx="11217966" cy="61322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Introduction-to-soft-computing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2" y="491887"/>
            <a:ext cx="11257722" cy="58742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Introduction-to-soft-computing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34" y="397565"/>
            <a:ext cx="11307417" cy="60628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Introduction-to-soft-computing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1" y="496956"/>
            <a:ext cx="11257722" cy="58640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Introduction-to-soft-computing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" y="467140"/>
            <a:ext cx="11178210" cy="59237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Introduction-to-soft-computing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70" y="407505"/>
            <a:ext cx="11178208" cy="59833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Introduction-to-soft-computing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30" y="472009"/>
            <a:ext cx="11237844" cy="59139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Introduction-to-soft-computing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1" y="347869"/>
            <a:ext cx="11337235" cy="62119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Introduction-to-soft-computing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9" y="496955"/>
            <a:ext cx="11188148" cy="58939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Introduction-to-soft-computing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0" y="457199"/>
            <a:ext cx="11178209" cy="595586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Introduction-to-soft-computing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8" y="303044"/>
            <a:ext cx="11367052" cy="62519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Introduction-to-soft-computing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33" y="476979"/>
            <a:ext cx="11347175" cy="590404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Introduction-to-soft-computing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39" y="467139"/>
            <a:ext cx="11307417" cy="592372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Introduction-to-soft-computing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3" y="427283"/>
            <a:ext cx="11217964" cy="600343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Introduction-to-soft-computing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12" y="407405"/>
            <a:ext cx="11247783" cy="60431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Introduction-to-soft-computing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14" y="258318"/>
            <a:ext cx="11585712" cy="6341364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416</TotalTime>
  <Words>3</Words>
  <Application>Microsoft Office PowerPoint</Application>
  <PresentationFormat>Widescreen</PresentationFormat>
  <Paragraphs>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Payal Dhingra</dc:creator>
  <cp:keywords/>
  <dc:description>generated using python-pptx</dc:description>
  <cp:lastModifiedBy>Payal Dhingra</cp:lastModifiedBy>
  <cp:revision>3</cp:revision>
  <dcterms:created xsi:type="dcterms:W3CDTF">2013-01-27T09:14:16Z</dcterms:created>
  <dcterms:modified xsi:type="dcterms:W3CDTF">2026-01-22T04:26:09Z</dcterms:modified>
  <cp:category/>
</cp:coreProperties>
</file>